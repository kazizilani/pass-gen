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a62683ec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a62683ec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62683ec3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62683ec3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62683ec3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62683ec3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62683ec30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62683ec3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62683ec3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62683ec3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62683ec3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62683ec3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62683ec30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62683ec30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rgbClr val="353535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Password Generator</a:t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Presented by Kazi Zilani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sp>
        <p:nvSpPr>
          <p:cNvPr id="79" name="Google Shape;79;p1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Validate software concept and test </a:t>
            </a:r>
            <a:r>
              <a:rPr lang="en"/>
              <a:t>feasibility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Reduce exposure to risk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Demonstrate usability and user interaction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Gather early feedback and make data driven engineering decision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Gather technical insights to drive later development directions and make informed decisions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System Overview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Features</a:t>
            </a:r>
            <a:endParaRPr b="1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 64 </a:t>
            </a:r>
            <a:r>
              <a:rPr lang="en"/>
              <a:t>character</a:t>
            </a:r>
            <a:r>
              <a:rPr lang="en"/>
              <a:t> long </a:t>
            </a:r>
            <a:r>
              <a:rPr lang="en"/>
              <a:t>password</a:t>
            </a:r>
            <a:r>
              <a:rPr lang="en"/>
              <a:t> using standard pool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Regenerate</a:t>
            </a:r>
            <a:r>
              <a:rPr lang="en"/>
              <a:t> and copy password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User option to choose password characteristics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Entropy, bit, crack time, and strength indicator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6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Process &amp; Lifecycle</a:t>
            </a:r>
            <a:endParaRPr/>
          </a:p>
        </p:txBody>
      </p:sp>
      <p:sp>
        <p:nvSpPr>
          <p:cNvPr id="91" name="Google Shape;91;p16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Process: </a:t>
            </a:r>
            <a:r>
              <a:rPr lang="en"/>
              <a:t>Waterfall Method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b="1" lang="en"/>
              <a:t>Lifecycle: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Planning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Analysis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Design (Figma Prototype)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Implementation (Web-Based)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Testing &amp; Integration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Maintenance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Scope, Budget, &amp; Risk</a:t>
            </a:r>
            <a:endParaRPr/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The minimum viable product approach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Validating core concepts to keep the budgets low, and initial cost and scope limited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Prevent scope creep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Mockup &amp; Prototype</a:t>
            </a:r>
            <a:endParaRPr/>
          </a:p>
        </p:txBody>
      </p:sp>
      <p:pic>
        <p:nvPicPr>
          <p:cNvPr id="103" name="Google Shape;103;p18" title="mock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0775" y="1293750"/>
            <a:ext cx="5580541" cy="3627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r>
              <a:rPr lang="en"/>
              <a:t> &amp; </a:t>
            </a:r>
            <a:r>
              <a:rPr lang="en"/>
              <a:t>Recommendation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Responsive design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Reduce load time and increase performance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Add password manager and alert for breach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